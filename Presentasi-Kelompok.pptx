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Anton"/>
      <p:regular r:id="rId11"/>
    </p:embeddedFont>
    <p:embeddedFont>
      <p:font typeface="Anton"/>
      <p:regular r:id="rId12"/>
    </p:embeddedFont>
    <p:embeddedFont>
      <p:font typeface="Fira Sans"/>
      <p:regular r:id="rId13"/>
    </p:embeddedFont>
    <p:embeddedFont>
      <p:font typeface="Fira Sans"/>
      <p:regular r:id="rId14"/>
    </p:embeddedFont>
    <p:embeddedFont>
      <p:font typeface="Fira Sans"/>
      <p:regular r:id="rId15"/>
    </p:embeddedFont>
    <p:embeddedFont>
      <p:font typeface="Fira Sans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5540" y="1238964"/>
            <a:ext cx="263973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Presentasi Kelompok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6225540" y="1885593"/>
            <a:ext cx="7665720" cy="263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0"/>
              </a:lnSpc>
              <a:buNone/>
            </a:pPr>
            <a:r>
              <a:rPr lang="en-US" sz="83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Kota Pintar (Smart City) dan IoT</a:t>
            </a:r>
            <a:endParaRPr lang="en-US" sz="8300" dirty="0"/>
          </a:p>
        </p:txBody>
      </p:sp>
      <p:sp>
        <p:nvSpPr>
          <p:cNvPr id="5" name="Text 2"/>
          <p:cNvSpPr/>
          <p:nvPr/>
        </p:nvSpPr>
        <p:spPr>
          <a:xfrm>
            <a:off x="6225540" y="4842153"/>
            <a:ext cx="7665720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Disusun oleh: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225540" y="5417582"/>
            <a:ext cx="7665720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Nabila Hasna Putri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225540" y="5829300"/>
            <a:ext cx="7665720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Tiara Ayu Fajarissa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225540" y="6241018"/>
            <a:ext cx="7665720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Oktavia Putri Rahmawati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225540" y="6652736"/>
            <a:ext cx="7665720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Celsy Afriliya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503" y="620316"/>
            <a:ext cx="8419148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Penerapan IoT: Lampu Jalan Otomatis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89503" y="1776293"/>
            <a:ext cx="4200049" cy="2514124"/>
          </a:xfrm>
          <a:prstGeom prst="roundRect">
            <a:avLst>
              <a:gd name="adj" fmla="val 5819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9023" y="1776293"/>
            <a:ext cx="121920" cy="2514124"/>
          </a:xfrm>
          <a:prstGeom prst="roundRect">
            <a:avLst>
              <a:gd name="adj" fmla="val 27753"/>
            </a:avLst>
          </a:prstGeom>
          <a:solidFill>
            <a:srgbClr val="FA95AE"/>
          </a:solidFill>
          <a:ln/>
        </p:spPr>
      </p:sp>
      <p:sp>
        <p:nvSpPr>
          <p:cNvPr id="5" name="Text 3"/>
          <p:cNvSpPr/>
          <p:nvPr/>
        </p:nvSpPr>
        <p:spPr>
          <a:xfrm>
            <a:off x="1136928" y="2032278"/>
            <a:ext cx="3383518" cy="42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Deskripsi Sistem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136928" y="2590443"/>
            <a:ext cx="3596640" cy="1443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Sistem lampu jalan otomatis menyesuaikan tingkat cahaya berdasarkan kondisi lingkungan (siang/malam).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5057" y="1776293"/>
            <a:ext cx="4200168" cy="2514124"/>
          </a:xfrm>
          <a:prstGeom prst="roundRect">
            <a:avLst>
              <a:gd name="adj" fmla="val 5819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4577" y="1776293"/>
            <a:ext cx="121920" cy="2514124"/>
          </a:xfrm>
          <a:prstGeom prst="roundRect">
            <a:avLst>
              <a:gd name="adj" fmla="val 27753"/>
            </a:avLst>
          </a:prstGeom>
          <a:solidFill>
            <a:srgbClr val="FA95AE"/>
          </a:solidFill>
          <a:ln/>
        </p:spPr>
      </p:sp>
      <p:sp>
        <p:nvSpPr>
          <p:cNvPr id="9" name="Text 7"/>
          <p:cNvSpPr/>
          <p:nvPr/>
        </p:nvSpPr>
        <p:spPr>
          <a:xfrm>
            <a:off x="5562481" y="2032278"/>
            <a:ext cx="3383518" cy="42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Fungsi Utama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562481" y="2590443"/>
            <a:ext cx="3596759" cy="1443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Lampu menyala saat gelap dan meredup/mati saat terang. Sistem juga mendeteksi kerusakan lampu secara otomatis.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729" y="1776293"/>
            <a:ext cx="4200168" cy="2514124"/>
          </a:xfrm>
          <a:prstGeom prst="roundRect">
            <a:avLst>
              <a:gd name="adj" fmla="val 5819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10249" y="1776293"/>
            <a:ext cx="121920" cy="2514124"/>
          </a:xfrm>
          <a:prstGeom prst="roundRect">
            <a:avLst>
              <a:gd name="adj" fmla="val 27753"/>
            </a:avLst>
          </a:prstGeom>
          <a:solidFill>
            <a:srgbClr val="FA95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153" y="2032278"/>
            <a:ext cx="3383518" cy="42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Manfaat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9988153" y="2590443"/>
            <a:ext cx="3596759" cy="1082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Menghemat energi, menekan biaya perawatan, dan meningkatkan keselamatan warga kota.</a:t>
            </a:r>
            <a:endParaRPr lang="en-US" sz="17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6242" y="4689396"/>
            <a:ext cx="3958709" cy="2706886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330" y="4689396"/>
            <a:ext cx="3958709" cy="27068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0036"/>
            <a:ext cx="63881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Komponen Utama Sistem IoT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40244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Perangkat Fisik / Sensor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Sensor cahaya (LDR), sensor gerak, dan mikrokontroler (ESP32/Arduino) untuk mengontrol operasional lampu.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40244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Konektivitas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743325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Jaringan Wi-Fi, LoRa, atau 4G digunakan untuk mengirimkan data dari lampu jalan ke pusat data kota.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Platform / Cloud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63640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Platform IoT (ThingsBoard, Blynk, MQTT Broker) berfungsi menyimpan dan mengolah data yang diterima dari sensor.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Aplikasi User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6364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Dashboard Smart City untuk memantau status lampu, konsumsi energi, dan menerima laporan kerusakan otomatis.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8876" y="415528"/>
            <a:ext cx="5090041" cy="472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Alur Kerja Sistem Lampu Jalan IoT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35" y="1190030"/>
            <a:ext cx="13460730" cy="58046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0526" y="5893903"/>
            <a:ext cx="3053826" cy="38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Cloud &amp; Dashboard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90526" y="4550220"/>
            <a:ext cx="3053826" cy="38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Jaringan Internet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490526" y="3220109"/>
            <a:ext cx="3053826" cy="38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Mikrokontroler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490526" y="1876426"/>
            <a:ext cx="3053826" cy="38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Sensor Cahaya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55571" y="7334726"/>
            <a:ext cx="13345954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Internet of Things (IoT) adalah teknologi yang menghubungkan berbagai perangkat ke internet agar dapat saling bertukar data dan beroperasi secara otomatis tanpa campur tangan manusia secara langsung.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28876" y="7164705"/>
            <a:ext cx="15240" cy="823436"/>
          </a:xfrm>
          <a:prstGeom prst="rect">
            <a:avLst/>
          </a:prstGeom>
          <a:solidFill>
            <a:srgbClr val="FA95AE"/>
          </a:solidFill>
          <a:ln/>
        </p:spPr>
      </p:sp>
      <p:sp>
        <p:nvSpPr>
          <p:cNvPr id="10" name="Shape 7"/>
          <p:cNvSpPr/>
          <p:nvPr/>
        </p:nvSpPr>
        <p:spPr>
          <a:xfrm>
            <a:off x="528876" y="8158163"/>
            <a:ext cx="13572649" cy="641985"/>
          </a:xfrm>
          <a:prstGeom prst="roundRect">
            <a:avLst>
              <a:gd name="adj" fmla="val 3531"/>
            </a:avLst>
          </a:prstGeom>
          <a:solidFill>
            <a:srgbClr val="49031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66" y="8382357"/>
            <a:ext cx="188833" cy="1510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19889" y="8346996"/>
            <a:ext cx="12930545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Penerapan IoT di kota pintar membantu mengelola kota dengan lebih efisien, seperti penghematan energi, keamanan, dan kemudahan pelayanan publik.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2025-10-17T02:58:06Z</dcterms:created>
  <dcterms:modified xsi:type="dcterms:W3CDTF">2025-10-17T02:58:06Z</dcterms:modified>
</cp:coreProperties>
</file>